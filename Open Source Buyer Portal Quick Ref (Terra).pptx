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EB Garamond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EBGaramond-italic.fntdata"/><Relationship Id="rId10" Type="http://schemas.openxmlformats.org/officeDocument/2006/relationships/font" Target="fonts/EBGaramond-bold.fntdata"/><Relationship Id="rId12" Type="http://schemas.openxmlformats.org/officeDocument/2006/relationships/font" Target="fonts/EBGaramond-boldItalic.fntdata"/><Relationship Id="rId9" Type="http://schemas.openxmlformats.org/officeDocument/2006/relationships/font" Target="fonts/EBGaramon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1af432b0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11af432b0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1af432b0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1af432b0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bigcommerce/b2b-buyer-portal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bigcommerce/b2b-buyer-porta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bigcommerce/b2b-buyer-port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4475" y="149425"/>
            <a:ext cx="2673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B2B Edition Open Source Buyer Portal</a:t>
            </a:r>
            <a:endParaRPr b="1" sz="12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74125" y="479725"/>
            <a:ext cx="2760600" cy="9510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</a:t>
            </a: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what it is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REACT.js powered front-end experience for B2B Edition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Extensible using standard Node.js functionality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Ready-to-Deploy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Portable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334725" y="479725"/>
            <a:ext cx="2760600" cy="9510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what it isn’t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Re-skinning of the Stencil version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Built into your theme (yet)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Structured like your theme (but could be)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Strictly server- or client-side functionality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095325" y="479725"/>
            <a:ext cx="2760600" cy="9510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what it can do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Pull any data for a logged in customer (via graphQL)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Pull any BigCommerce product or page data (via graphQL)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Restrict access to specific data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Provide a unique experience per customer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74125" y="1430725"/>
            <a:ext cx="1085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How do I …</a:t>
            </a:r>
            <a:endParaRPr b="1" sz="11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74125" y="1761025"/>
            <a:ext cx="2760600" cy="9510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add new pages to the interface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Create the new page in the Pages directory either as a folder with an index.tsx file or as a new .tsx entry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Create a route for the page in the Routes file, including component data and permission data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334725" y="1761025"/>
            <a:ext cx="2760600" cy="9510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restrict data for specific customers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Give B2B customers the specific permissions in the backend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For a full page, include the relevant permissions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For partial pages, update the code to check for those permissions before displaying data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6095325" y="1761025"/>
            <a:ext cx="2760600" cy="9510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add new components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Create the new component in the Components directory either </a:t>
            </a: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as a folder with an index.tsx file or as a new .tsx entry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Make sure to export the component from its file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Include the component by reference in the page(s) and/or components that will use it.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656525" y="149425"/>
            <a:ext cx="4199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GitHub Repo with setup instructions : </a:t>
            </a:r>
            <a:r>
              <a:rPr lang="en" sz="900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3"/>
              </a:rPr>
              <a:t>https://github.com/bigcommerce/b2b-buyer-portal</a:t>
            </a:r>
            <a:endParaRPr sz="9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574125" y="2712025"/>
            <a:ext cx="1085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Pre-Requisites</a:t>
            </a:r>
            <a:endParaRPr b="1" sz="11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574125" y="3042325"/>
            <a:ext cx="2760600" cy="9510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Experience with the following: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1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○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Node.js and </a:t>
            </a: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specifically REACT.js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1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○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TypeScript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1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○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GraphQL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1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○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BigCommerce theme and data structures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1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○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B2B Edition and customer permissions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3334725" y="3042325"/>
            <a:ext cx="2760600" cy="9510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Access to</a:t>
            </a: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 the following: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1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○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 Node.js environment with usable NVM and NPM tools (version &gt;= 18.0.0)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1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○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 BigCommerce store with B2B Edition and Buyer Portal enabled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1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○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BigCommerce Script Manager and API Playground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6095325" y="3042325"/>
            <a:ext cx="2760600" cy="9510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Patience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Good collaboration skills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And above all else, the adaptability required to find innovative solutions to complex problems.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574125" y="4091950"/>
            <a:ext cx="2760600" cy="951000"/>
          </a:xfrm>
          <a:prstGeom prst="rect">
            <a:avLst/>
          </a:prstGeom>
          <a:noFill/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A note on creating pages and components -</a:t>
            </a:r>
            <a:endParaRPr b="1"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During build-time, yarn will throw errors for unused variables. This is not an issue for live sandbox testing but should be considered when doing deployment builds (live or sandbox).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3334725" y="4091950"/>
            <a:ext cx="2760600" cy="951000"/>
          </a:xfrm>
          <a:prstGeom prst="rect">
            <a:avLst/>
          </a:prstGeom>
          <a:noFill/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A note on creating routes -</a:t>
            </a:r>
            <a:endParaRPr b="1"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Routes have a minimum requirement at build time but not development. That is path, name, wsKey, isMenuItem, component, configKey, permissions, permissionCodes, isTokenLogin, idLang.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6095325" y="4091950"/>
            <a:ext cx="2760600" cy="951000"/>
          </a:xfrm>
          <a:prstGeom prst="rect">
            <a:avLst/>
          </a:prstGeom>
          <a:noFill/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A note on customer and store data -</a:t>
            </a:r>
            <a:endParaRPr b="1"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Only certain data is available, limited by what can be pulled in GraphQL. In addition, calls for data are generally made pre-load (with the exception of products), so it must be pulled during setup to use.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/>
        </p:nvSpPr>
        <p:spPr>
          <a:xfrm>
            <a:off x="204475" y="149425"/>
            <a:ext cx="2673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Client Specific Needs</a:t>
            </a:r>
            <a:endParaRPr b="1" sz="12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574125" y="479725"/>
            <a:ext cx="2760600" cy="9510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Responsive product properties within Buyer Portal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Non-intrusive design and implementation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Returns workflow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Quoting limited per company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3334725" y="479725"/>
            <a:ext cx="2760600" cy="9510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what is possible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Importing product data via GraphQL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Importing order data via GraphQL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Using CSS and JavaScript to redirect display workflows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Checking company data via GraphQL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6095325" y="479725"/>
            <a:ext cx="2760600" cy="9510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possible roadblocks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How are features implemented? [some features are not easy to import and parse depending on implementation]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How advanced is the theming of the site? [some theming can be difficult to match with REACT]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574125" y="1430725"/>
            <a:ext cx="14313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Responsive Products</a:t>
            </a:r>
            <a:endParaRPr b="1" sz="11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74125" y="1761025"/>
            <a:ext cx="2760600" cy="13527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Save responsive code in an easily accessible field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Commonly, this behaviour is affected through theming, but theme-specific data can be difficult to recover.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If behaviour is directly in Product Description, it should be tagged with an ID that makes it easy to parse out.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Responsive code in script manager can have erratic behaviour if not controlled for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[BEST]</a:t>
            </a: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 Use a custom field, and hide it from the customer on the product page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334725" y="1761025"/>
            <a:ext cx="2760600" cy="13527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Pull responsive code when referencing product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Quotes and Quick Order are the primary places where this can be an issue.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1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○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When displaying products, conditional options are not honoured.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1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○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When getting pricing, advanced pricing requires care.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May be helpful to have separate versions of code for Buyer Portal specifically.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[OPTION]</a:t>
            </a: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 Update components to show product quick view.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6095325" y="1761025"/>
            <a:ext cx="2760600" cy="13527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Alternatives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Add code to enforce intervention (unpurchasable, out of stock, et c) from your team.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Limit responsive product functionality when possible. [Decrease the call load on product data.]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Make responsive behaviour replicable where possible. [In order to pre-load into the Quote and Quick Order pages]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[BEST]</a:t>
            </a: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 Hard code responsive behaviour into Buyer Portal as part of the display component.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4656525" y="149425"/>
            <a:ext cx="4199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GitHub Repo with setup instructions : </a:t>
            </a:r>
            <a:r>
              <a:rPr lang="en" sz="900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3"/>
              </a:rPr>
              <a:t>https://github.com/bigcommerce/b2b-buyer-portal</a:t>
            </a:r>
            <a:endParaRPr sz="9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574125" y="3113725"/>
            <a:ext cx="12897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Limited Quoting</a:t>
            </a:r>
            <a:endParaRPr b="1" sz="11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574125" y="3444025"/>
            <a:ext cx="2760600" cy="10623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Update Companies to include permission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Create a hidden Company field for “Allow Quoting” that your team can set or unset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Make a decision for default value for “Allow Quoting”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3334725" y="3444025"/>
            <a:ext cx="2760600" cy="10623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Update Buyer Portal to check permission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In Routes 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1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○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Pull permission for page access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1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○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Add to checks in the return section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In Components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1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○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Pull permission for menu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1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○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Add to checks in return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6095325" y="3444025"/>
            <a:ext cx="2760600" cy="10623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Alternatives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If a company only has a single user, set their account as non-B2B and turn off quoting for personal accounts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[OPTION]</a:t>
            </a: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 Create custom user roles and adjust code on User Management to only allow custom roles [Requires a bit less work after setup]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74125" y="4678825"/>
            <a:ext cx="8281800" cy="3303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92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Code for these options is not currently available. Ideally, we want to encourage the simplest workflows, marked in </a:t>
            </a:r>
            <a:r>
              <a:rPr lang="en" sz="925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[BLUE]</a:t>
            </a:r>
            <a:endParaRPr sz="925">
              <a:solidFill>
                <a:schemeClr val="accen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/>
        </p:nvSpPr>
        <p:spPr>
          <a:xfrm>
            <a:off x="204475" y="149425"/>
            <a:ext cx="2673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Client Specific Needs (cont.)</a:t>
            </a:r>
            <a:endParaRPr b="1" sz="12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574125" y="479725"/>
            <a:ext cx="14313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Consistent Design</a:t>
            </a:r>
            <a:endParaRPr b="1" sz="11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574125" y="810025"/>
            <a:ext cx="2760600" cy="18147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Buyer Portal operates as an app-like iframe that automatically enforces full window view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The controls for this are split between the initialisation step and the layout step and need to be adjusted in each place.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Within Stencil themes, adjusting the Buyer Portal to the theme would require replacing both initialisation and layout to tell the system to display within a set box.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Due to the nature of iframe layouts, work would need to be done to copy Stencil styles into Buyer Portal to maintain consistency.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For Non-Stencil implementations, there is already more work to be done.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3334725" y="810025"/>
            <a:ext cx="2760600" cy="18147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Buyer Portal was designed to be independent of theming framework and implementation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The intent behind Buyer Portal was to provide consistent experience while reducing design-specific work surrounding the implementation of B2B Edition front-end behaviours.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Attempting integrate Buyer Portal with the theme re-introduces the work that Buyer Portal was intended to curb.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6095325" y="810025"/>
            <a:ext cx="2760600" cy="18147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Idea : rebuild the Routes section of Buyer Portal to exist within a webpage, then enforce limited iframe space to keep functionality in line with design goals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The Routes and initialisation process for Buyer Portal enforces subpage endpoints with prefix #/ that places the app view into max z-index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By changing the initialisation to enforce, e.g. account/ prefix and load into a specific page instead of global app positioning, the design and feature availability can be more effectively managed.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rgbClr val="FF0000"/>
                </a:solidFill>
                <a:latin typeface="EB Garamond"/>
                <a:ea typeface="EB Garamond"/>
                <a:cs typeface="EB Garamond"/>
                <a:sym typeface="EB Garamond"/>
              </a:rPr>
              <a:t>This method requires a LOT of work.</a:t>
            </a:r>
            <a:endParaRPr sz="800">
              <a:solidFill>
                <a:srgbClr val="FF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4656525" y="149425"/>
            <a:ext cx="4199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GitHub Repo with setup instructions : </a:t>
            </a:r>
            <a:r>
              <a:rPr lang="en" sz="900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3"/>
              </a:rPr>
              <a:t>https://github.com/bigcommerce/b2b-buyer-portal</a:t>
            </a:r>
            <a:endParaRPr sz="9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574125" y="2598750"/>
            <a:ext cx="12897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Returns</a:t>
            </a:r>
            <a:endParaRPr b="1" sz="11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574125" y="2929051"/>
            <a:ext cx="2760600" cy="16719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Returns function in a manner with relatively little API accessibility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While the code from the theme structure can be mimicked, it is unable to naturally pull return-specific data for orders without access to internal-API structures.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API endpoints documented at dev.bc do not include the requisite ability to check for returnable products or return requests.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Without API functionality, implementation of returns in Buyer Portal would require GraphQL access.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3334725" y="2929051"/>
            <a:ext cx="2760600" cy="16719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GraphQL has order data, but returns are missing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Because return-specific order data is unavailable, it is difficult to ensure data displayed within Buyer Portal will be accurate.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Order data includes Order Status (Site &gt; Order &gt; Status), which means we can get the list of generally returnable orders, their products, et c. But we will not be able to confirm if specific products have been returned.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Since the order return data is retrieved from the internal API with no GraphQL access, some other approach would be necessary.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6095325" y="2929051"/>
            <a:ext cx="2760600" cy="16719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- Internal API is accessible on a page-by-page basis and includes return data -</a:t>
            </a:r>
            <a:endParaRPr sz="10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There is direct access to return data within the internal API. If an attempt is made to pull that data, it would need to be done within a page section that grants access to Buyer Portal.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Because Buyer Portal sits atop the store’s Stencil theme, most internal API data remains unavailable to Buyer Portal, but this may be able to be circumvented through in-line JS on a page.</a:t>
            </a:r>
            <a:endParaRPr sz="8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165100" lvl="0" marL="228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EB Garamond"/>
              <a:buChar char="●"/>
            </a:pPr>
            <a:r>
              <a:rPr lang="en" sz="800">
                <a:solidFill>
                  <a:srgbClr val="FF0000"/>
                </a:solidFill>
                <a:latin typeface="EB Garamond"/>
                <a:ea typeface="EB Garamond"/>
                <a:cs typeface="EB Garamond"/>
                <a:sym typeface="EB Garamond"/>
              </a:rPr>
              <a:t>This method is insecure and should not be used, but also is not available for headless implementations.</a:t>
            </a:r>
            <a:endParaRPr sz="800">
              <a:solidFill>
                <a:srgbClr val="FF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574125" y="4678825"/>
            <a:ext cx="8281800" cy="3303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92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Code for these options is not currently available. Ideally, we want to encourage the simplest workflows, marked in </a:t>
            </a:r>
            <a:r>
              <a:rPr lang="en" sz="925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[BLUE]</a:t>
            </a:r>
            <a:endParaRPr sz="925">
              <a:solidFill>
                <a:schemeClr val="accen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