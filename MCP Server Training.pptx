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330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MCP Server Training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778475" y="1152475"/>
            <a:ext cx="3207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Lessons</a:t>
            </a:r>
            <a:endParaRPr sz="18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Setup and deployment of MCP servers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Using MCP to dynamically deploy content based on natural-language queries and responses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Extending MCP to manage dynamic page elements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Enhancing MCP to use authentication-locked content and functionality</a:t>
            </a:r>
            <a:endParaRPr/>
          </a:p>
        </p:txBody>
      </p:sp>
      <p:sp>
        <p:nvSpPr>
          <p:cNvPr id="56" name="Google Shape;56;p13"/>
          <p:cNvSpPr txBox="1"/>
          <p:nvPr>
            <p:ph idx="2" type="body"/>
          </p:nvPr>
        </p:nvSpPr>
        <p:spPr>
          <a:xfrm>
            <a:off x="5319325" y="1152475"/>
            <a:ext cx="3207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Outcomes</a:t>
            </a:r>
            <a:endParaRPr sz="18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Clear understanding of systems and limitations involved in MCP setup and deployment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Better communication within EDU and with ENG surrounding MCP systems built for use with Commerce systems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Potential growth opportunities for working with MCP within Docs processes</a:t>
            </a:r>
            <a:endParaRPr/>
          </a:p>
        </p:txBody>
      </p:sp>
      <p:cxnSp>
        <p:nvCxnSpPr>
          <p:cNvPr id="57" name="Google Shape;57;p13"/>
          <p:cNvCxnSpPr>
            <a:stCxn id="55" idx="3"/>
            <a:endCxn id="56" idx="1"/>
          </p:cNvCxnSpPr>
          <p:nvPr/>
        </p:nvCxnSpPr>
        <p:spPr>
          <a:xfrm>
            <a:off x="3986375" y="2860675"/>
            <a:ext cx="1332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8" name="Google Shape;58;p13"/>
          <p:cNvSpPr txBox="1"/>
          <p:nvPr/>
        </p:nvSpPr>
        <p:spPr>
          <a:xfrm>
            <a:off x="5672725" y="533075"/>
            <a:ext cx="2854500" cy="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Teams: Docs, DevRel/DevEx, Training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